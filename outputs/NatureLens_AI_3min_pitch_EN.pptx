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7acef207b48b2" /><Relationship Type="http://schemas.openxmlformats.org/officeDocument/2006/relationships/extended-properties" Target="/docProps/app.xml" Id="R19e08cc16e2c429e" /><Relationship Type="http://schemas.openxmlformats.org/officeDocument/2006/relationships/officeDocument" Target="/ppt/presentation.xml" Id="Raf5f893a7e09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78edf67e204568"/>
  </p:sldMasterIdLst>
  <p:notesMasterIdLst>
    <p:notesMasterId xmlns:r="http://schemas.openxmlformats.org/officeDocument/2006/relationships" r:id="R0bdae7a9e775462d"/>
  </p:notesMasterIdLst>
  <p:sldIdLst>
    <p:sldId xmlns:r="http://schemas.openxmlformats.org/officeDocument/2006/relationships" id="256" r:id="R47722c2199894d59"/>
    <p:sldId xmlns:r="http://schemas.openxmlformats.org/officeDocument/2006/relationships" id="257" r:id="Rab95864d44e647cd"/>
    <p:sldId xmlns:r="http://schemas.openxmlformats.org/officeDocument/2006/relationships" id="258" r:id="R0c1979e57a48464b"/>
    <p:sldId xmlns:r="http://schemas.openxmlformats.org/officeDocument/2006/relationships" id="259" r:id="R662bef330b264242"/>
    <p:sldId xmlns:r="http://schemas.openxmlformats.org/officeDocument/2006/relationships" id="260" r:id="Rbefab7a4374b47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091ff829bd4cbf" /><Relationship Type="http://schemas.openxmlformats.org/officeDocument/2006/relationships/slideMaster" Target="/ppt/slideMasters/slideMaster1.xml" Id="R9778edf67e204568" /><Relationship Type="http://schemas.openxmlformats.org/officeDocument/2006/relationships/notesMaster" Target="/ppt/notesMasters/notesMaster1.xml" Id="R0bdae7a9e775462d" /><Relationship Type="http://schemas.openxmlformats.org/officeDocument/2006/relationships/presProps" Target="/ppt/presProps.xml" Id="R68b7e7a1c6034929" /><Relationship Type="http://schemas.openxmlformats.org/officeDocument/2006/relationships/tableStyles" Target="/ppt/tableStyles.xml" Id="R4b35e7de9eea4507" /><Relationship Type="http://schemas.openxmlformats.org/officeDocument/2006/relationships/slide" Target="/ppt/slides/slide1.xml" Id="R47722c2199894d59" /><Relationship Type="http://schemas.openxmlformats.org/officeDocument/2006/relationships/slide" Target="/ppt/slides/slide2.xml" Id="Rab95864d44e647cd" /><Relationship Type="http://schemas.openxmlformats.org/officeDocument/2006/relationships/slide" Target="/ppt/slides/slide3.xml" Id="R0c1979e57a48464b" /><Relationship Type="http://schemas.openxmlformats.org/officeDocument/2006/relationships/slide" Target="/ppt/slides/slide4.xml" Id="R662bef330b264242" /><Relationship Type="http://schemas.openxmlformats.org/officeDocument/2006/relationships/slide" Target="/ppt/slides/slide5.xml" Id="Rbefab7a4374b47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ed790a4d2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e34348de942bd" /><Relationship Type="http://schemas.openxmlformats.org/officeDocument/2006/relationships/notesMaster" Target="/ppt/notesMasters/notesMaster1.xml" Id="R1df39348677d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f66c8c55748fd" /><Relationship Type="http://schemas.openxmlformats.org/officeDocument/2006/relationships/notesMaster" Target="/ppt/notesMasters/notesMaster1.xml" Id="R5fb359563f78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b69d79bfb445a8" /><Relationship Type="http://schemas.openxmlformats.org/officeDocument/2006/relationships/notesMaster" Target="/ppt/notesMasters/notesMaster1.xml" Id="R8dfa24cbfca34a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4325bef75d4032" /><Relationship Type="http://schemas.openxmlformats.org/officeDocument/2006/relationships/notesMaster" Target="/ppt/notesMasters/notesMaster1.xml" Id="R8646d180b026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b6952493a40d1" /><Relationship Type="http://schemas.openxmlformats.org/officeDocument/2006/relationships/notesMaster" Target="/ppt/notesMasters/notesMaster1.xml" Id="R0fb633c6f092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เปิดด้วยปัญหาเดียวที่เราอยากแก้: ข้อมูลธรรมชาติมีอยู่มาก แต่กระจัดกระจายและตีความยากสำหรับคนที่ต้องวางแผนฟื้นฟู NatureLens AI จึงเปลี่ยนตัวชี้วัดเหล่านั้นให้เป็นแผนที่ เรื่องราว และคำแนะนำที่เข้าใจง่าย ภายในสามนาทีนี้จะเห็นทั้งเหตุผลที่ต้องทำ ระบบที่ใช้งานได้จริง และแนวทางต่อยอด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story ของเราคือ นักอนุรักษ์หรือทีมท้องถิ่นเลือกพื้นที่หนึ่งแห่ง แล้วต้องการเห็นภาพรวมโดยไม่ต้องเปิดหลายระบบ NatureLens รวมขั้นตอนเป็นสามจังหวะ: เลือกพื้นที่ เข้าใจสัญญาณ และเลือกแนวทางฟื้นฟู ความเป็นไปได้เริ่มจาก frontend ที่เบาและไม่ต้องใช้บริการเสียเงิน แล้วค่อยเชื่อมข้อมูลจริงที่มีแหล่งที่มาเมื่อพร้อม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เดโมเริ่มที่กระบี่ ระบบเปิดพร้อมข้อมูลตัวอย่างทันที เมื่อคลิกเชียงใหม่หรือนครนายก ทั้ง AI Insight, Nature Profile, รายชื่อสิ่งมีชีวิต, กราฟสามปี และ KPI ด้านล่างจะเปลี่ยนตามพื้นที่ ผู้ใช้ยังเปิดชั้นข้อมูล เปรียบเทียบสองพื้นที่ ดู change detection และดาวน์โหลดรายงานได้ จุดสำคัญคือระบบไม่บอกว่าพื้นที่ไหนดีที่สุด แต่แสดงโอกาส เหตุผล และความไม่แน่นอน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ประสบการณ์ agentic coding ของเราไม่ได้หมายถึงให้ AI เขียนทุกอย่างเอง เรากำหนด AGENTS.md และเอกสาร function design, architecture, testing ให้เป็นข้อจำกัด Codex อ่านก่อนแก้ ทำ change ขนาดเล็ก รัน tests เปิด browser ตรวจภาพจริง และเก็บงานใน GitHub ผลคือเราพัฒนาเร็ว แต่ยังย้อนดูเหตุผล ทดสอบซ้ำ และไม่เผลออ้างข้อมูลจำลองว่าเป็นข้อมูลวิทยาศาสตร์จริง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NatureLens ตอบเกณฑ์ด้วยความเกี่ยวข้องกับการฟื้นฟูจริง ความเป็นไปได้ของสถาปัตยกรรมที่เบา ความใหม่ของการเล่าเรื่องจากหลายสัญญาณ ความพร้อมของฟังก์ชัน และงานออกแบบที่ใช้ง่าย ขั้นต่อไปไม่ใช่เพิ่มฟีเจอร์ให้มากที่สุด แต่คือเชื่อมชุดข้อมูลที่ตรวจสอบได้ แล้ว pilot กับผู้ใช้จริงหนึ่งพื้นที่ เพื่อเปลี่ยนต้นแบบนี้เป็นเครื่องมือช่วยตัดสินใจที่น่าเชื่อถือ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acb6cd99942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f083c1b47443d" /><Relationship Type="http://schemas.openxmlformats.org/officeDocument/2006/relationships/slideLayout" Target="/ppt/slideLayouts/slideLayout1.xml" Id="R79f15eee18f1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f15eee18f1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0d84e8a814121" /><Relationship Type="http://schemas.openxmlformats.org/officeDocument/2006/relationships/image" Target="/ppt/media/image.bin" Id="R9d5c1973ae734ac2" /><Relationship Type="http://schemas.openxmlformats.org/officeDocument/2006/relationships/notesSlide" Target="/ppt/notesSlides/notesSlide1.xml" Id="Rb4cc96593e26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77cae1354a0d" /><Relationship Type="http://schemas.openxmlformats.org/officeDocument/2006/relationships/notesSlide" Target="/ppt/notesSlides/notesSlide2.xml" Id="R7bbae3e86a1b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291c48e824dc2" /><Relationship Type="http://schemas.openxmlformats.org/officeDocument/2006/relationships/image" Target="/ppt/media/image.jpeg" Id="R37394207351e42e0" /><Relationship Type="http://schemas.openxmlformats.org/officeDocument/2006/relationships/notesSlide" Target="/ppt/notesSlides/notesSlide3.xml" Id="Raeecabf58f564c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1e23df5a54b3b" /><Relationship Type="http://schemas.openxmlformats.org/officeDocument/2006/relationships/notesSlide" Target="/ppt/notesSlides/notesSlide4.xml" Id="R4d454bd48bf246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b2dee481f45cb" /><Relationship Type="http://schemas.openxmlformats.org/officeDocument/2006/relationships/image" Target="/ppt/media/image2.bin" Id="R6c1b13f3b57e4921" /><Relationship Type="http://schemas.openxmlformats.org/officeDocument/2006/relationships/notesSlide" Target="/ppt/notesSlides/notesSlide5.xml" Id="Re932a0cb859a40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2B09F-AE53-443E-AAE2-E4E11FE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C6A5"/>
                </a:solidFill>
              </a:defRPr>
            </a:pPr>
            <a:r>
              <a:rPr sz="1125" b="1">
                <a:solidFill>
                  <a:srgbClr val="A8C6A5"/>
                </a:solidFill>
              </a:rPr>
              <a:t>CODING FOR MOTHER 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BCD2B-E850-4B5B-9E50-FC1C7D4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NatureLens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1F2B5-B432-4E89-9D09-23AB3E35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4F2E9"/>
                </a:solidFill>
              </a:defRPr>
            </a:pPr>
            <a:r>
              <a:rPr sz="2250" b="0">
                <a:solidFill>
                  <a:srgbClr val="F4F2E9"/>
                </a:solidFill>
              </a:rPr>
              <a:t>Turn scattered nature data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F4F2E9"/>
                </a:solidFill>
              </a:defRPr>
            </a:pPr>
            <a:r>
              <a:rPr sz="2250" b="0">
                <a:solidFill>
                  <a:srgbClr val="F4F2E9"/>
                </a:solidFill>
              </a:rPr>
              <a:t>into restoration actions people can understand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9EC76-DA31-4D07-88B0-E01909B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A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BEDA-2DB4-424A-95C9-144D2864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C6A5"/>
                </a:solidFill>
              </a:defRPr>
            </a:pPr>
            <a:r>
              <a:rPr sz="1275" b="0">
                <a:solidFill>
                  <a:srgbClr val="A8C6A5"/>
                </a:solidFill>
              </a:rPr>
              <a:t>Map-first · Explainable · Restoration-ready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1973ae734ac2"/>
          <a:srcRect xmlns:a="http://schemas.openxmlformats.org/drawingml/2006/main" l="0" t="3565" r="0" b="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457200"/>
            <a:ext cx="4095750" cy="59436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1E906-41AD-4C98-8EAE-6C5E978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A8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Working prototype</a:t>
            </a:r>
          </a:p>
        </p:txBody>
      </p:sp>
    </p:spTree>
    <p:extLst>
      <p:ext uri="{BB962C8B-B14F-4D97-AF65-F5344CB8AC3E}">
        <p14:creationId xmlns:p14="http://schemas.microsoft.com/office/powerpoint/2010/main" val="1619905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3784F-9E84-405D-8F68-4B31615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19"/>
                </a:solidFill>
              </a:defRPr>
            </a:pPr>
            <a:r>
              <a:rPr sz="2850" b="1">
                <a:solidFill>
                  <a:srgbClr val="172019"/>
                </a:solidFill>
              </a:rPr>
              <a:t>Restoration slows down when the data tells different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6186-DD62-4433-BE86-41F796E8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66E"/>
                </a:solidFill>
              </a:defRPr>
            </a:pPr>
            <a:r>
              <a:rPr sz="1500" b="0">
                <a:solidFill>
                  <a:srgbClr val="68766E"/>
                </a:solidFill>
              </a:rPr>
              <a:t>Planners switch between forest cover, biodiversity, protected areas, and human pressure before answering one simple question: Where should we begin?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A125-1854-4C99-B382-F9C30A2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D96D7-7FA4-4C69-A1AB-A9209A8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8595-1947-4E8B-8770-68A8CDE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Choose an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8C6F-8B69-4CA1-AC7B-4C1A9DF5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Province, district, or place of interest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958A3-333F-469E-94BC-F7CCCF8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B841A-F307-4B34-8CDD-85A6C3E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Read the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6B00C-946E-423A-943A-E0C85BCF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AI explains scores, trends,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9C796-37D8-4F01-9ADE-8E2D653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6307B-BB3E-47E8-A919-FE6AD32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Choose a restoration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5CAEF-669A-4966-83EF-6D02449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Connect evidence with local and community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D2173-82A8-473D-8648-45B24A1B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72A"/>
                </a:solidFill>
              </a:defRPr>
            </a:pPr>
            <a:r>
              <a:rPr sz="975" b="1">
                <a:solidFill>
                  <a:srgbClr val="17372A"/>
                </a:solidFill>
              </a:rPr>
              <a:t>Lightweight from day 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3F5B1-B725-4650-AC8C-143F355B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72A"/>
                </a:solidFill>
              </a:defRPr>
            </a:pPr>
            <a:r>
              <a:rPr sz="1350" b="1">
                <a:solidFill>
                  <a:srgbClr val="17372A"/>
                </a:solidFill>
              </a:rPr>
              <a:t>Frontend-only today · Ready for verified datasets next</a:t>
            </a:r>
          </a:p>
        </p:txBody>
      </p:sp>
    </p:spTree>
    <p:extLst>
      <p:ext uri="{BB962C8B-B14F-4D97-AF65-F5344CB8AC3E}">
        <p14:creationId xmlns:p14="http://schemas.microsoft.com/office/powerpoint/2010/main" val="513755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FF0FC-D1DF-47DD-8E9C-8DE3BF89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9"/>
                </a:solidFill>
              </a:defRPr>
            </a:pPr>
            <a:r>
              <a:rPr sz="2700" b="1">
                <a:solidFill>
                  <a:srgbClr val="172019"/>
                </a:solidFill>
              </a:rPr>
              <a:t>A working journey from map to recommendation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94207351e42e0"/>
          <a:srcRect xmlns:a="http://schemas.openxmlformats.org/drawingml/2006/main" l="2810" t="0" r="2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23950"/>
            <a:ext cx="7620000" cy="5048250"/>
          </a:xfrm>
          <a:prstGeom xmlns:a="http://schemas.openxmlformats.org/drawingml/2006/main" prst="round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BECB3-4F14-4F55-B652-3A6C7B2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81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Select an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78E1-603A-43BE-9780-8A192D4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Insights and KPIs update instantly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F0D1B-2651-4FC2-BE34-7D7E572A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44AB-4DA1-4794-8AA9-5984C46C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Read the landscape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A673-2800-4F41-BBA4-39393C2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99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Forest, connectivity, species, and three-year trends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78FDE-0564-4F7C-944E-EDDDF25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8F309-C842-4170-9353-C3F2CA1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Act with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064FD-73D7-49EF-991F-0073720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Ecosystem-specific restoration guidance with safeguards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42ED1-07F6-43D8-ABAF-CF0361CE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0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8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330623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210CC-9647-442F-8363-906B171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3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Agentic coding helped us move fast without losing engineering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C364-3206-4CEF-9062-CFC6713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C6A5"/>
                </a:solidFill>
              </a:defRPr>
            </a:pPr>
            <a:r>
              <a:rPr sz="1425" b="0">
                <a:solidFill>
                  <a:srgbClr val="A8C6A5"/>
                </a:solidFill>
              </a:rPr>
              <a:t>Codex worked as a collaborator within the project's design documents and 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35116-1A49-4F84-9288-FDFD011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D0651-6E6D-4981-BD7F-EE6DD949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Read function design,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architecture, and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88DEE-B347-4760-B597-E5C66E2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278CA-B929-4D3A-A291-534E569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513D5-35E6-465E-914B-4477AFB5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Change one part at a 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while preserving the 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F65AA-559D-464D-9F19-7A4E35D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CDD0E-316D-438C-86BA-27E8A8E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5C489-2B96-4BFA-B876-548D751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Check data ranges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and edge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3853D-EEAE-4BEE-921C-5B4B9BC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6AEA0-0404-4E0C-A689-C8F999C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4D951-62EB-4E60-9032-C6CF1FA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Test in a real browser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on desktop and mobile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B8140-A22F-41DF-AFED-C3FDF726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F3C11-7C44-4B10-9F1C-B54B772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769CE-46D5-4E08-AC07-3B3DA65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Commit and push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with a clear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7C689-7C92-4C7D-9272-4ABFF4F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6637E-6751-419F-ACF6-6574953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B5E2A-5801-4AFD-9EC3-0194F8F0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Static ES modules · no backend · no paid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84C30-2180-49D2-BB45-CB94A17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Quality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C6413-A560-4CB1-AE70-53E37E8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8 tests · browser QA · responsive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ED27A-9F5C-4A67-8ED7-4B52ED7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Transparent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BA649-86EC-4D3D-B004-23A49DE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Prototype data labeled · sources ready to extend</a:t>
            </a:r>
          </a:p>
        </p:txBody>
      </p:sp>
    </p:spTree>
    <p:extLst>
      <p:ext uri="{BB962C8B-B14F-4D97-AF65-F5344CB8AC3E}">
        <p14:creationId xmlns:p14="http://schemas.microsoft.com/office/powerpoint/2010/main" val="736133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E61DD-20A4-4CFC-85E1-4A1E61D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19"/>
                </a:solidFill>
              </a:defRPr>
            </a:pPr>
            <a:r>
              <a:rPr sz="3150" b="1">
                <a:solidFill>
                  <a:srgbClr val="172019"/>
                </a:solidFill>
              </a:rPr>
              <a:t>NatureLens turns nature data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72019"/>
                </a:solidFill>
              </a:defRPr>
            </a:pPr>
            <a:r>
              <a:rPr sz="3150" b="1">
                <a:solidFill>
                  <a:srgbClr val="172019"/>
                </a:solidFill>
              </a:rPr>
              <a:t>into a starting point for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0E23D-DB9B-4C8F-B97E-66D4346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66E"/>
                </a:solidFill>
              </a:defRPr>
            </a:pPr>
            <a:r>
              <a:rPr sz="1500" b="0">
                <a:solidFill>
                  <a:srgbClr val="68766E"/>
                </a:solidFill>
              </a:rPr>
              <a:t>The novelty is not one score. It is the connection between maps, evidence, trends, species, and restoration guidance in one experience.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59AC1-430F-404A-B9BC-C583ADCA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A8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BCD88-CFAD-4B85-9C9A-C4A59221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A84C"/>
                </a:solidFill>
              </a:defRPr>
            </a:pPr>
            <a:r>
              <a:rPr sz="1500" b="1">
                <a:solidFill>
                  <a:srgbClr val="58A84C"/>
                </a:solidFill>
              </a:rPr>
              <a:t>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CAEBD-470C-4354-B24C-C53C650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19"/>
                </a:solidFill>
              </a:defRPr>
            </a:pPr>
            <a:r>
              <a:rPr sz="1800" b="1">
                <a:solidFill>
                  <a:srgbClr val="172019"/>
                </a:solidFill>
              </a:rPr>
              <a:t>Connect verified datasets and pilot with one conservation team or community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b13f3b57e4921"/>
          <a:srcRect xmlns:a="http://schemas.openxmlformats.org/drawingml/2006/main" l="0" t="224" r="0" b="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666750"/>
            <a:ext cx="3429000" cy="53340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F669C-4175-435F-8E1B-33634A24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Explainable 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2413-4C26-4CF8-8A7F-517BE55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340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72A"/>
                </a:solidFill>
              </a:defRPr>
            </a:pPr>
            <a:r>
              <a:rPr sz="975" b="1">
                <a:solidFill>
                  <a:srgbClr val="17372A"/>
                </a:solidFill>
              </a:rPr>
              <a:t>Built to grow</a:t>
            </a:r>
          </a:p>
        </p:txBody>
      </p:sp>
    </p:spTree>
    <p:extLst>
      <p:ext uri="{BB962C8B-B14F-4D97-AF65-F5344CB8AC3E}">
        <p14:creationId xmlns:p14="http://schemas.microsoft.com/office/powerpoint/2010/main" val="9215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2026-07-02T16:09:49.5600000Z</dcterms:created>
  <dcterms:modified xsi:type="dcterms:W3CDTF">2026-07-02T16:09:49.5610000Z</dcterms:modified>
</coreProperties>
</file>